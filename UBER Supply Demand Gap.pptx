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693400" cy="7556500"/>
  <p:notesSz cx="6858000" cy="9144000"/>
  <p:embeddedFontLst>
    <p:embeddedFont>
      <p:font typeface="Canva Sans" panose="020B0604020202020204" charset="0"/>
      <p:regular r:id="rId27"/>
    </p:embeddedFont>
    <p:embeddedFont>
      <p:font typeface="Canva Sans 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138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281A62-FEB7-4160-B20B-1BEFBF66E198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CCD267-8F24-4B7B-A347-6807316A3F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591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CCD267-8F24-4B7B-A347-6807316A3F5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28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56000" y="4882530"/>
            <a:ext cx="929396" cy="1148691"/>
          </a:xfrm>
          <a:custGeom>
            <a:avLst/>
            <a:gdLst/>
            <a:ahLst/>
            <a:cxnLst/>
            <a:rect l="l" t="t" r="r" b="b"/>
            <a:pathLst>
              <a:path w="929396" h="1148691">
                <a:moveTo>
                  <a:pt x="0" y="0"/>
                </a:moveTo>
                <a:lnTo>
                  <a:pt x="929396" y="0"/>
                </a:lnTo>
                <a:lnTo>
                  <a:pt x="929396" y="1148691"/>
                </a:lnTo>
                <a:lnTo>
                  <a:pt x="0" y="11486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31115" y="5899376"/>
            <a:ext cx="1104885" cy="904624"/>
          </a:xfrm>
          <a:custGeom>
            <a:avLst/>
            <a:gdLst/>
            <a:ahLst/>
            <a:cxnLst/>
            <a:rect l="l" t="t" r="r" b="b"/>
            <a:pathLst>
              <a:path w="1104885" h="904624">
                <a:moveTo>
                  <a:pt x="0" y="0"/>
                </a:moveTo>
                <a:lnTo>
                  <a:pt x="1104885" y="0"/>
                </a:lnTo>
                <a:lnTo>
                  <a:pt x="1104885" y="904624"/>
                </a:lnTo>
                <a:lnTo>
                  <a:pt x="0" y="904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6000" y="1476331"/>
            <a:ext cx="1083600" cy="1077689"/>
          </a:xfrm>
          <a:custGeom>
            <a:avLst/>
            <a:gdLst/>
            <a:ahLst/>
            <a:cxnLst/>
            <a:rect l="l" t="t" r="r" b="b"/>
            <a:pathLst>
              <a:path w="1083600" h="1077689">
                <a:moveTo>
                  <a:pt x="0" y="0"/>
                </a:moveTo>
                <a:lnTo>
                  <a:pt x="1083600" y="0"/>
                </a:lnTo>
                <a:lnTo>
                  <a:pt x="1083600" y="1077690"/>
                </a:lnTo>
                <a:lnTo>
                  <a:pt x="0" y="1077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01600" y="1958026"/>
            <a:ext cx="6688800" cy="349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Analyzed Uber ride request data to uncover demand supply gaps and peak hour inefficiencies.</a:t>
            </a:r>
          </a:p>
          <a:p>
            <a:pPr algn="ctr">
              <a:lnSpc>
                <a:spcPts val="3500"/>
              </a:lnSpc>
            </a:pPr>
            <a:endParaRPr lang="en-US" sz="2500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Used Excel, SQL, and Python for data cleaning, visualization, and insight generation to support operational improvements.</a:t>
            </a:r>
          </a:p>
        </p:txBody>
      </p:sp>
      <p:sp>
        <p:nvSpPr>
          <p:cNvPr id="6" name="Freeform 6"/>
          <p:cNvSpPr/>
          <p:nvPr/>
        </p:nvSpPr>
        <p:spPr>
          <a:xfrm>
            <a:off x="8458604" y="3479328"/>
            <a:ext cx="1477396" cy="513395"/>
          </a:xfrm>
          <a:custGeom>
            <a:avLst/>
            <a:gdLst/>
            <a:ahLst/>
            <a:cxnLst/>
            <a:rect l="l" t="t" r="r" b="b"/>
            <a:pathLst>
              <a:path w="1477396" h="513395">
                <a:moveTo>
                  <a:pt x="0" y="0"/>
                </a:moveTo>
                <a:lnTo>
                  <a:pt x="1477396" y="0"/>
                </a:lnTo>
                <a:lnTo>
                  <a:pt x="1477396" y="513396"/>
                </a:lnTo>
                <a:lnTo>
                  <a:pt x="0" y="5133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12870" y="422943"/>
            <a:ext cx="6866260" cy="662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UBER SUPPLY DEMAND GAP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02876" y="6421095"/>
            <a:ext cx="2486248" cy="72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</a:t>
            </a:r>
          </a:p>
          <a:p>
            <a:pPr algn="ctr">
              <a:lnSpc>
                <a:spcPts val="2940"/>
              </a:lnSpc>
            </a:pPr>
            <a:r>
              <a:rPr lang="en-US" sz="21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P.Deekshitha</a:t>
            </a:r>
            <a:endParaRPr lang="en-US" sz="21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41237" y="3215485"/>
            <a:ext cx="9525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60763" y="1608064"/>
            <a:ext cx="9180000" cy="364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understand ride request patterns and operations in the Uber ride system.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the demand supply relationship at the pickup location.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Analyse the most travelled time of the day for accuracy.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Recommendations to improve the customer satisfaction.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5546227"/>
            <a:ext cx="10692000" cy="1795545"/>
          </a:xfrm>
          <a:custGeom>
            <a:avLst/>
            <a:gdLst/>
            <a:ahLst/>
            <a:cxnLst/>
            <a:rect l="l" t="t" r="r" b="b"/>
            <a:pathLst>
              <a:path w="10692000" h="1795545">
                <a:moveTo>
                  <a:pt x="0" y="0"/>
                </a:moveTo>
                <a:lnTo>
                  <a:pt x="10692000" y="0"/>
                </a:lnTo>
                <a:lnTo>
                  <a:pt x="10692000" y="1795545"/>
                </a:lnTo>
                <a:lnTo>
                  <a:pt x="0" y="17955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9673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56000" y="679800"/>
            <a:ext cx="430440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Objective</a:t>
            </a:r>
          </a:p>
        </p:txBody>
      </p:sp>
      <p:sp>
        <p:nvSpPr>
          <p:cNvPr id="6" name="Freeform 6"/>
          <p:cNvSpPr/>
          <p:nvPr/>
        </p:nvSpPr>
        <p:spPr>
          <a:xfrm>
            <a:off x="8458604" y="866069"/>
            <a:ext cx="1477396" cy="513395"/>
          </a:xfrm>
          <a:custGeom>
            <a:avLst/>
            <a:gdLst/>
            <a:ahLst/>
            <a:cxnLst/>
            <a:rect l="l" t="t" r="r" b="b"/>
            <a:pathLst>
              <a:path w="1477396" h="513395">
                <a:moveTo>
                  <a:pt x="0" y="0"/>
                </a:moveTo>
                <a:lnTo>
                  <a:pt x="1477396" y="0"/>
                </a:lnTo>
                <a:lnTo>
                  <a:pt x="1477396" y="513395"/>
                </a:lnTo>
                <a:lnTo>
                  <a:pt x="0" y="513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41237" y="3482503"/>
            <a:ext cx="9525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56000" y="679800"/>
            <a:ext cx="453427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 the Dataset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60763" y="1608064"/>
            <a:ext cx="9180000" cy="456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dataset contains 6,746 ride requests provided by Uber.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Includes columns like request ID, timestamps, pickup point, driver ID, status, and distance.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Covers various ride outcomes such as Trip Completed, Cancelled, and No Cars Available.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original file was cleaned in Excel, handling with missing values. 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new columns like Day category, Travel time for analysis and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08099" y="679800"/>
            <a:ext cx="3276601" cy="644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200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</a:t>
            </a: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cleaning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763" y="1608064"/>
            <a:ext cx="9180000" cy="502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Performed data cleaning using Excel.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Changed the mixed date type in columns to short date type.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Split request timestamp and drop timestamp columns to date and time using a delimiter.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Created a column to find the category of day when pickup is requested.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New calculated column travel time is created to find how long are the rides requested for.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New calculated column is derived from travel time to show the kind of distance (Near/Far).</a:t>
            </a:r>
          </a:p>
        </p:txBody>
      </p:sp>
      <p:sp>
        <p:nvSpPr>
          <p:cNvPr id="4" name="Freeform 4"/>
          <p:cNvSpPr/>
          <p:nvPr/>
        </p:nvSpPr>
        <p:spPr>
          <a:xfrm>
            <a:off x="4584262" y="717837"/>
            <a:ext cx="459935" cy="568460"/>
          </a:xfrm>
          <a:custGeom>
            <a:avLst/>
            <a:gdLst/>
            <a:ahLst/>
            <a:cxnLst/>
            <a:rect l="l" t="t" r="r" b="b"/>
            <a:pathLst>
              <a:path w="459935" h="568460">
                <a:moveTo>
                  <a:pt x="0" y="0"/>
                </a:moveTo>
                <a:lnTo>
                  <a:pt x="459935" y="0"/>
                </a:lnTo>
                <a:lnTo>
                  <a:pt x="459935" y="568459"/>
                </a:lnTo>
                <a:lnTo>
                  <a:pt x="0" y="5684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63665" y="825581"/>
            <a:ext cx="459935" cy="568460"/>
          </a:xfrm>
          <a:custGeom>
            <a:avLst/>
            <a:gdLst/>
            <a:ahLst/>
            <a:cxnLst/>
            <a:rect l="l" t="t" r="r" b="b"/>
            <a:pathLst>
              <a:path w="459935" h="568460">
                <a:moveTo>
                  <a:pt x="0" y="0"/>
                </a:moveTo>
                <a:lnTo>
                  <a:pt x="459935" y="0"/>
                </a:lnTo>
                <a:lnTo>
                  <a:pt x="459935" y="568460"/>
                </a:lnTo>
                <a:lnTo>
                  <a:pt x="0" y="56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9544" y="1777699"/>
            <a:ext cx="4585237" cy="90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>
              <a:lnSpc>
                <a:spcPts val="363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 shows the </a:t>
            </a:r>
            <a:r>
              <a:rPr lang="en-IN" sz="2800" dirty="0"/>
              <a:t>Distribution of Status</a:t>
            </a: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0763" y="714591"/>
            <a:ext cx="2970461" cy="65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5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 shows Distribution of day category for complete trips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60115" y="6485253"/>
            <a:ext cx="60409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01096" y="6492099"/>
            <a:ext cx="608707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BF0C75D-E027-72AB-95C9-F22F1163F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81" y="2849570"/>
            <a:ext cx="5150819" cy="353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BE72368-9C40-9F8D-88FD-9D0ED6A66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301" y="2970774"/>
            <a:ext cx="4505018" cy="351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63665" y="825581"/>
            <a:ext cx="459935" cy="568460"/>
          </a:xfrm>
          <a:custGeom>
            <a:avLst/>
            <a:gdLst/>
            <a:ahLst/>
            <a:cxnLst/>
            <a:rect l="l" t="t" r="r" b="b"/>
            <a:pathLst>
              <a:path w="459935" h="568460">
                <a:moveTo>
                  <a:pt x="0" y="0"/>
                </a:moveTo>
                <a:lnTo>
                  <a:pt x="459935" y="0"/>
                </a:lnTo>
                <a:lnTo>
                  <a:pt x="459935" y="568460"/>
                </a:lnTo>
                <a:lnTo>
                  <a:pt x="0" y="56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6000" y="3351058"/>
            <a:ext cx="4360646" cy="2618280"/>
          </a:xfrm>
          <a:custGeom>
            <a:avLst/>
            <a:gdLst/>
            <a:ahLst/>
            <a:cxnLst/>
            <a:rect l="l" t="t" r="r" b="b"/>
            <a:pathLst>
              <a:path w="4360646" h="2618280">
                <a:moveTo>
                  <a:pt x="0" y="0"/>
                </a:moveTo>
                <a:lnTo>
                  <a:pt x="4360646" y="0"/>
                </a:lnTo>
                <a:lnTo>
                  <a:pt x="4360646" y="2618280"/>
                </a:lnTo>
                <a:lnTo>
                  <a:pt x="0" y="2618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29" b="-162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20921" y="3351058"/>
            <a:ext cx="4215079" cy="2618280"/>
          </a:xfrm>
          <a:custGeom>
            <a:avLst/>
            <a:gdLst/>
            <a:ahLst/>
            <a:cxnLst/>
            <a:rect l="l" t="t" r="r" b="b"/>
            <a:pathLst>
              <a:path w="4215079" h="2618280">
                <a:moveTo>
                  <a:pt x="0" y="0"/>
                </a:moveTo>
                <a:lnTo>
                  <a:pt x="4215079" y="0"/>
                </a:lnTo>
                <a:lnTo>
                  <a:pt x="4215079" y="2618280"/>
                </a:lnTo>
                <a:lnTo>
                  <a:pt x="0" y="2618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4" r="-9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 shows the demand of total bookings per the type of day.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0763" y="714591"/>
            <a:ext cx="29704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4 shows supply of booking status from pickup location.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4675" y="6312238"/>
            <a:ext cx="61741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6256" y="6312238"/>
            <a:ext cx="62440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63665" y="825581"/>
            <a:ext cx="459935" cy="568460"/>
          </a:xfrm>
          <a:custGeom>
            <a:avLst/>
            <a:gdLst/>
            <a:ahLst/>
            <a:cxnLst/>
            <a:rect l="l" t="t" r="r" b="b"/>
            <a:pathLst>
              <a:path w="459935" h="568460">
                <a:moveTo>
                  <a:pt x="0" y="0"/>
                </a:moveTo>
                <a:lnTo>
                  <a:pt x="459935" y="0"/>
                </a:lnTo>
                <a:lnTo>
                  <a:pt x="459935" y="568460"/>
                </a:lnTo>
                <a:lnTo>
                  <a:pt x="0" y="56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6000" y="3351058"/>
            <a:ext cx="4360646" cy="2618280"/>
          </a:xfrm>
          <a:custGeom>
            <a:avLst/>
            <a:gdLst/>
            <a:ahLst/>
            <a:cxnLst/>
            <a:rect l="l" t="t" r="r" b="b"/>
            <a:pathLst>
              <a:path w="4360646" h="2618280">
                <a:moveTo>
                  <a:pt x="0" y="0"/>
                </a:moveTo>
                <a:lnTo>
                  <a:pt x="4360646" y="0"/>
                </a:lnTo>
                <a:lnTo>
                  <a:pt x="4360646" y="2618280"/>
                </a:lnTo>
                <a:lnTo>
                  <a:pt x="0" y="2618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780" b="-178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20921" y="3351058"/>
            <a:ext cx="4215079" cy="2618280"/>
          </a:xfrm>
          <a:custGeom>
            <a:avLst/>
            <a:gdLst/>
            <a:ahLst/>
            <a:cxnLst/>
            <a:rect l="l" t="t" r="r" b="b"/>
            <a:pathLst>
              <a:path w="4215079" h="2618280">
                <a:moveTo>
                  <a:pt x="0" y="0"/>
                </a:moveTo>
                <a:lnTo>
                  <a:pt x="4215079" y="0"/>
                </a:lnTo>
                <a:lnTo>
                  <a:pt x="4215079" y="2618280"/>
                </a:lnTo>
                <a:lnTo>
                  <a:pt x="0" y="2618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" b="-5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5 shows supply percentage of drivers from pickup point.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0763" y="714591"/>
            <a:ext cx="29704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6 shows count of supply of drivers from pickup point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43149" y="6312238"/>
            <a:ext cx="62046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0936" y="6312238"/>
            <a:ext cx="63505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63665" y="825581"/>
            <a:ext cx="459935" cy="568460"/>
          </a:xfrm>
          <a:custGeom>
            <a:avLst/>
            <a:gdLst/>
            <a:ahLst/>
            <a:cxnLst/>
            <a:rect l="l" t="t" r="r" b="b"/>
            <a:pathLst>
              <a:path w="459935" h="568460">
                <a:moveTo>
                  <a:pt x="0" y="0"/>
                </a:moveTo>
                <a:lnTo>
                  <a:pt x="459935" y="0"/>
                </a:lnTo>
                <a:lnTo>
                  <a:pt x="459935" y="568460"/>
                </a:lnTo>
                <a:lnTo>
                  <a:pt x="0" y="56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9523" y="3780000"/>
            <a:ext cx="4994877" cy="2354789"/>
          </a:xfrm>
          <a:custGeom>
            <a:avLst/>
            <a:gdLst/>
            <a:ahLst/>
            <a:cxnLst/>
            <a:rect l="l" t="t" r="r" b="b"/>
            <a:pathLst>
              <a:path w="4994877" h="2354789">
                <a:moveTo>
                  <a:pt x="0" y="0"/>
                </a:moveTo>
                <a:lnTo>
                  <a:pt x="4994877" y="0"/>
                </a:lnTo>
                <a:lnTo>
                  <a:pt x="4994877" y="2354789"/>
                </a:lnTo>
                <a:lnTo>
                  <a:pt x="0" y="2354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346000" y="3431121"/>
            <a:ext cx="4945277" cy="2703668"/>
          </a:xfrm>
          <a:custGeom>
            <a:avLst/>
            <a:gdLst/>
            <a:ahLst/>
            <a:cxnLst/>
            <a:rect l="l" t="t" r="r" b="b"/>
            <a:pathLst>
              <a:path w="4945277" h="2703668">
                <a:moveTo>
                  <a:pt x="0" y="0"/>
                </a:moveTo>
                <a:lnTo>
                  <a:pt x="4945277" y="0"/>
                </a:lnTo>
                <a:lnTo>
                  <a:pt x="4945277" y="2703668"/>
                </a:lnTo>
                <a:lnTo>
                  <a:pt x="0" y="2703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714591"/>
            <a:ext cx="29704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0763" y="1608064"/>
            <a:ext cx="4585237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7 shows supply of rides wrt driver id.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8 shows supply of booking status from pickup location.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56804" y="6312238"/>
            <a:ext cx="59315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16405" y="6312238"/>
            <a:ext cx="62411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63665" y="825581"/>
            <a:ext cx="459935" cy="568460"/>
          </a:xfrm>
          <a:custGeom>
            <a:avLst/>
            <a:gdLst/>
            <a:ahLst/>
            <a:cxnLst/>
            <a:rect l="l" t="t" r="r" b="b"/>
            <a:pathLst>
              <a:path w="459935" h="568460">
                <a:moveTo>
                  <a:pt x="0" y="0"/>
                </a:moveTo>
                <a:lnTo>
                  <a:pt x="459935" y="0"/>
                </a:lnTo>
                <a:lnTo>
                  <a:pt x="459935" y="568460"/>
                </a:lnTo>
                <a:lnTo>
                  <a:pt x="0" y="568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281088" y="2718166"/>
            <a:ext cx="3894926" cy="3632173"/>
          </a:xfrm>
          <a:custGeom>
            <a:avLst/>
            <a:gdLst/>
            <a:ahLst/>
            <a:cxnLst/>
            <a:rect l="l" t="t" r="r" b="b"/>
            <a:pathLst>
              <a:path w="3894926" h="3632173">
                <a:moveTo>
                  <a:pt x="0" y="0"/>
                </a:moveTo>
                <a:lnTo>
                  <a:pt x="3894926" y="0"/>
                </a:lnTo>
                <a:lnTo>
                  <a:pt x="3894926" y="3632172"/>
                </a:lnTo>
                <a:lnTo>
                  <a:pt x="0" y="3632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0763" y="714591"/>
            <a:ext cx="29704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0763" y="1608064"/>
            <a:ext cx="9175237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9 shows the demand for drivers at both the airport and the city.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028550" y="6598577"/>
            <a:ext cx="63490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25334" y="6690327"/>
            <a:ext cx="624408" cy="76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11</a:t>
            </a:r>
          </a:p>
        </p:txBody>
      </p:sp>
      <p:sp>
        <p:nvSpPr>
          <p:cNvPr id="3" name="Freeform 3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0763" y="1608064"/>
            <a:ext cx="4585237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10 shows supply and demand for uber drivers.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50763" y="1608064"/>
            <a:ext cx="48876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11 show the demand of uber drivers at airport and city wrt day category.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5861" y="6720934"/>
            <a:ext cx="79504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B954D2B-A28A-ABAA-50D2-6D7EB8AE8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06" y="2762388"/>
            <a:ext cx="4942310" cy="3868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5FD0B38-3B2E-D7BC-173E-AE5407283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0551" y="2973183"/>
            <a:ext cx="5133975" cy="3657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6000" y="3394300"/>
            <a:ext cx="4037246" cy="3167150"/>
          </a:xfrm>
          <a:custGeom>
            <a:avLst/>
            <a:gdLst/>
            <a:ahLst/>
            <a:cxnLst/>
            <a:rect l="l" t="t" r="r" b="b"/>
            <a:pathLst>
              <a:path w="4037246" h="3167150">
                <a:moveTo>
                  <a:pt x="0" y="0"/>
                </a:moveTo>
                <a:lnTo>
                  <a:pt x="4037246" y="0"/>
                </a:lnTo>
                <a:lnTo>
                  <a:pt x="4037246" y="3167150"/>
                </a:lnTo>
                <a:lnTo>
                  <a:pt x="0" y="3167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" r="-5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12 shows the supply of uber drivers at airport and city.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13 shows the demand of drivers wrt day category.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61912" y="6946875"/>
            <a:ext cx="75738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3210" y="6946875"/>
            <a:ext cx="76609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E65E7B0-F9E2-4E4E-E4F2-F111A18A0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2474" y="3187838"/>
            <a:ext cx="4281813" cy="380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816172" y="3227949"/>
            <a:ext cx="4036661" cy="3499851"/>
          </a:xfrm>
          <a:custGeom>
            <a:avLst/>
            <a:gdLst/>
            <a:ahLst/>
            <a:cxnLst/>
            <a:rect l="l" t="t" r="r" b="b"/>
            <a:pathLst>
              <a:path w="4036661" h="3499851">
                <a:moveTo>
                  <a:pt x="0" y="0"/>
                </a:moveTo>
                <a:lnTo>
                  <a:pt x="4036661" y="0"/>
                </a:lnTo>
                <a:lnTo>
                  <a:pt x="4036661" y="3499851"/>
                </a:lnTo>
                <a:lnTo>
                  <a:pt x="0" y="349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" r="-321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6000" y="3394300"/>
            <a:ext cx="4037246" cy="3167150"/>
          </a:xfrm>
          <a:custGeom>
            <a:avLst/>
            <a:gdLst/>
            <a:ahLst/>
            <a:cxnLst/>
            <a:rect l="l" t="t" r="r" b="b"/>
            <a:pathLst>
              <a:path w="4037246" h="3167150">
                <a:moveTo>
                  <a:pt x="0" y="0"/>
                </a:moveTo>
                <a:lnTo>
                  <a:pt x="4037246" y="0"/>
                </a:lnTo>
                <a:lnTo>
                  <a:pt x="4037246" y="3167150"/>
                </a:lnTo>
                <a:lnTo>
                  <a:pt x="0" y="316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" r="-5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14 shows the supply of uber drivers for various distances.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15 shows the demand of uber at airport and city.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54061" y="6946875"/>
            <a:ext cx="77308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1684" y="6946875"/>
            <a:ext cx="76914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16256" y="6312238"/>
            <a:ext cx="62440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4</a:t>
            </a:r>
          </a:p>
        </p:txBody>
      </p:sp>
      <p:sp>
        <p:nvSpPr>
          <p:cNvPr id="3" name="Freeform 3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16 shows demand of drivers for avg travel time wrt day category.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17 shows demand comarison btw all day categories at pickup.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51345" y="6946875"/>
            <a:ext cx="77852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50437" y="6946875"/>
            <a:ext cx="731639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17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4754AB3-F686-B410-9405-44CD758D0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00" y="3026177"/>
            <a:ext cx="5351486" cy="366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F2ADD0DF-7E01-D708-EE7B-4BD293492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521" y="3051708"/>
            <a:ext cx="4537110" cy="383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18 shows demand of Uber for drivers wrt day category.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19 shows demand of uber drivers at pickup wrt day category.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54210" y="6946875"/>
            <a:ext cx="77279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27889" y="6946875"/>
            <a:ext cx="77673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19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3CB78A9-1347-A71C-E0B2-C9202EFE2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652" y="3102679"/>
            <a:ext cx="5041906" cy="379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0C7CFF0A-C83C-E5DC-3902-CBAA6F814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1558" y="2970774"/>
            <a:ext cx="4642289" cy="3905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50763" y="3304149"/>
            <a:ext cx="4789443" cy="3391186"/>
          </a:xfrm>
          <a:custGeom>
            <a:avLst/>
            <a:gdLst/>
            <a:ahLst/>
            <a:cxnLst/>
            <a:rect l="l" t="t" r="r" b="b"/>
            <a:pathLst>
              <a:path w="4789443" h="3391186">
                <a:moveTo>
                  <a:pt x="0" y="0"/>
                </a:moveTo>
                <a:lnTo>
                  <a:pt x="4789442" y="0"/>
                </a:lnTo>
                <a:lnTo>
                  <a:pt x="4789442" y="3391186"/>
                </a:lnTo>
                <a:lnTo>
                  <a:pt x="0" y="33911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311" t="-6" b="-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55566" y="3551306"/>
            <a:ext cx="4273634" cy="2853137"/>
          </a:xfrm>
          <a:custGeom>
            <a:avLst/>
            <a:gdLst/>
            <a:ahLst/>
            <a:cxnLst/>
            <a:rect l="l" t="t" r="r" b="b"/>
            <a:pathLst>
              <a:path w="4273634" h="2853137">
                <a:moveTo>
                  <a:pt x="0" y="0"/>
                </a:moveTo>
                <a:lnTo>
                  <a:pt x="4273634" y="0"/>
                </a:lnTo>
                <a:lnTo>
                  <a:pt x="4273634" y="2853137"/>
                </a:lnTo>
                <a:lnTo>
                  <a:pt x="0" y="2853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18 shows demand of Uber for drivers wrt day category.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5077443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19 shows supply and demand of uber drivers for distance wrt day category.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54210" y="6946875"/>
            <a:ext cx="77279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27889" y="6946875"/>
            <a:ext cx="77673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55566" y="3551306"/>
            <a:ext cx="4273634" cy="2853137"/>
          </a:xfrm>
          <a:custGeom>
            <a:avLst/>
            <a:gdLst/>
            <a:ahLst/>
            <a:cxnLst/>
            <a:rect l="l" t="t" r="r" b="b"/>
            <a:pathLst>
              <a:path w="4273634" h="2853137">
                <a:moveTo>
                  <a:pt x="0" y="0"/>
                </a:moveTo>
                <a:lnTo>
                  <a:pt x="4273634" y="0"/>
                </a:lnTo>
                <a:lnTo>
                  <a:pt x="4273634" y="2853137"/>
                </a:lnTo>
                <a:lnTo>
                  <a:pt x="0" y="2853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" r="-2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20 shows demand of Uber for drivers from pickup wrt day category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350763" y="1608064"/>
            <a:ext cx="4585237" cy="1362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21 shows demand of uber drivers at pickup wrt day travel time.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38174" y="6946875"/>
            <a:ext cx="80486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37563" y="6946875"/>
            <a:ext cx="75738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21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44E54EF6-38FF-949A-B19B-89FBAA014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564" y="2970774"/>
            <a:ext cx="4716936" cy="403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8546400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Exploratory Data Analysis in </a:t>
            </a:r>
            <a:r>
              <a:rPr lang="en-US" sz="3600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Colab</a:t>
            </a:r>
            <a:endParaRPr lang="en-US" sz="36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9394011" y="788109"/>
            <a:ext cx="541989" cy="539033"/>
          </a:xfrm>
          <a:custGeom>
            <a:avLst/>
            <a:gdLst/>
            <a:ahLst/>
            <a:cxnLst/>
            <a:rect l="l" t="t" r="r" b="b"/>
            <a:pathLst>
              <a:path w="541989" h="539033">
                <a:moveTo>
                  <a:pt x="0" y="0"/>
                </a:moveTo>
                <a:lnTo>
                  <a:pt x="541989" y="0"/>
                </a:lnTo>
                <a:lnTo>
                  <a:pt x="541989" y="539032"/>
                </a:lnTo>
                <a:lnTo>
                  <a:pt x="0" y="539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1813515"/>
            <a:ext cx="10692000" cy="5746245"/>
          </a:xfrm>
          <a:custGeom>
            <a:avLst/>
            <a:gdLst/>
            <a:ahLst/>
            <a:cxnLst/>
            <a:rect l="l" t="t" r="r" b="b"/>
            <a:pathLst>
              <a:path w="10692000" h="5746245">
                <a:moveTo>
                  <a:pt x="0" y="0"/>
                </a:moveTo>
                <a:lnTo>
                  <a:pt x="10692000" y="0"/>
                </a:lnTo>
                <a:lnTo>
                  <a:pt x="10692000" y="5746244"/>
                </a:lnTo>
                <a:lnTo>
                  <a:pt x="0" y="57462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20" r="-5220" b="-312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60763" y="1608064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22 shows the treemap of the relationship between the bookings from pickup location wrt each other.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67381" y="6924300"/>
            <a:ext cx="76200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1623" y="812795"/>
            <a:ext cx="667426" cy="546455"/>
          </a:xfrm>
          <a:custGeom>
            <a:avLst/>
            <a:gdLst/>
            <a:ahLst/>
            <a:cxnLst/>
            <a:rect l="l" t="t" r="r" b="b"/>
            <a:pathLst>
              <a:path w="667426" h="546455">
                <a:moveTo>
                  <a:pt x="0" y="0"/>
                </a:moveTo>
                <a:lnTo>
                  <a:pt x="667426" y="0"/>
                </a:lnTo>
                <a:lnTo>
                  <a:pt x="667426" y="546455"/>
                </a:lnTo>
                <a:lnTo>
                  <a:pt x="0" y="54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200" y="2603528"/>
            <a:ext cx="6607232" cy="999344"/>
          </a:xfrm>
          <a:custGeom>
            <a:avLst/>
            <a:gdLst/>
            <a:ahLst/>
            <a:cxnLst/>
            <a:rect l="l" t="t" r="r" b="b"/>
            <a:pathLst>
              <a:path w="6607232" h="999344">
                <a:moveTo>
                  <a:pt x="0" y="0"/>
                </a:moveTo>
                <a:lnTo>
                  <a:pt x="6607232" y="0"/>
                </a:lnTo>
                <a:lnTo>
                  <a:pt x="6607232" y="999344"/>
                </a:lnTo>
                <a:lnTo>
                  <a:pt x="0" y="999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907768" y="2789040"/>
            <a:ext cx="3616230" cy="628320"/>
          </a:xfrm>
          <a:custGeom>
            <a:avLst/>
            <a:gdLst/>
            <a:ahLst/>
            <a:cxnLst/>
            <a:rect l="l" t="t" r="r" b="b"/>
            <a:pathLst>
              <a:path w="3616230" h="628320">
                <a:moveTo>
                  <a:pt x="0" y="0"/>
                </a:moveTo>
                <a:lnTo>
                  <a:pt x="3616229" y="0"/>
                </a:lnTo>
                <a:lnTo>
                  <a:pt x="3616229" y="628320"/>
                </a:lnTo>
                <a:lnTo>
                  <a:pt x="0" y="628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1200" y="5414527"/>
            <a:ext cx="6607232" cy="1527922"/>
          </a:xfrm>
          <a:custGeom>
            <a:avLst/>
            <a:gdLst/>
            <a:ahLst/>
            <a:cxnLst/>
            <a:rect l="l" t="t" r="r" b="b"/>
            <a:pathLst>
              <a:path w="6607232" h="1527922">
                <a:moveTo>
                  <a:pt x="0" y="0"/>
                </a:moveTo>
                <a:lnTo>
                  <a:pt x="6607232" y="0"/>
                </a:lnTo>
                <a:lnTo>
                  <a:pt x="6607232" y="1527923"/>
                </a:lnTo>
                <a:lnTo>
                  <a:pt x="0" y="15279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180837" y="5414527"/>
            <a:ext cx="2932459" cy="1449246"/>
          </a:xfrm>
          <a:custGeom>
            <a:avLst/>
            <a:gdLst/>
            <a:ahLst/>
            <a:cxnLst/>
            <a:rect l="l" t="t" r="r" b="b"/>
            <a:pathLst>
              <a:path w="2932459" h="1449246">
                <a:moveTo>
                  <a:pt x="0" y="0"/>
                </a:moveTo>
                <a:lnTo>
                  <a:pt x="2932459" y="0"/>
                </a:lnTo>
                <a:lnTo>
                  <a:pt x="2932459" y="1449246"/>
                </a:lnTo>
                <a:lnTo>
                  <a:pt x="0" y="1449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6000" y="679800"/>
            <a:ext cx="31288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763" y="1608064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22 and 23 gives insight about supply of Uber drivers to complete trips.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3816" y="3831472"/>
            <a:ext cx="76200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30492" y="3831472"/>
            <a:ext cx="77078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545" y="4423292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24 and 25 gives insight about the average travel time wrt categories of the day.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68570" y="6990075"/>
            <a:ext cx="772492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24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39786" y="6990075"/>
            <a:ext cx="773757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1623" y="812795"/>
            <a:ext cx="667426" cy="546455"/>
          </a:xfrm>
          <a:custGeom>
            <a:avLst/>
            <a:gdLst/>
            <a:ahLst/>
            <a:cxnLst/>
            <a:rect l="l" t="t" r="r" b="b"/>
            <a:pathLst>
              <a:path w="667426" h="546455">
                <a:moveTo>
                  <a:pt x="0" y="0"/>
                </a:moveTo>
                <a:lnTo>
                  <a:pt x="667426" y="0"/>
                </a:lnTo>
                <a:lnTo>
                  <a:pt x="667426" y="546455"/>
                </a:lnTo>
                <a:lnTo>
                  <a:pt x="0" y="54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41314" y="2629528"/>
            <a:ext cx="3665004" cy="1124091"/>
          </a:xfrm>
          <a:custGeom>
            <a:avLst/>
            <a:gdLst/>
            <a:ahLst/>
            <a:cxnLst/>
            <a:rect l="l" t="t" r="r" b="b"/>
            <a:pathLst>
              <a:path w="3665004" h="1124091">
                <a:moveTo>
                  <a:pt x="0" y="0"/>
                </a:moveTo>
                <a:lnTo>
                  <a:pt x="3665004" y="0"/>
                </a:lnTo>
                <a:lnTo>
                  <a:pt x="3665004" y="1124090"/>
                </a:lnTo>
                <a:lnTo>
                  <a:pt x="0" y="1124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70996" y="2629528"/>
            <a:ext cx="3665004" cy="1124091"/>
          </a:xfrm>
          <a:custGeom>
            <a:avLst/>
            <a:gdLst/>
            <a:ahLst/>
            <a:cxnLst/>
            <a:rect l="l" t="t" r="r" b="b"/>
            <a:pathLst>
              <a:path w="3665004" h="1124091">
                <a:moveTo>
                  <a:pt x="0" y="0"/>
                </a:moveTo>
                <a:lnTo>
                  <a:pt x="3665004" y="0"/>
                </a:lnTo>
                <a:lnTo>
                  <a:pt x="3665004" y="1124090"/>
                </a:lnTo>
                <a:lnTo>
                  <a:pt x="0" y="11240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320430" y="5414527"/>
            <a:ext cx="2463584" cy="1613647"/>
          </a:xfrm>
          <a:custGeom>
            <a:avLst/>
            <a:gdLst/>
            <a:ahLst/>
            <a:cxnLst/>
            <a:rect l="l" t="t" r="r" b="b"/>
            <a:pathLst>
              <a:path w="2463584" h="1613647">
                <a:moveTo>
                  <a:pt x="0" y="0"/>
                </a:moveTo>
                <a:lnTo>
                  <a:pt x="2463584" y="0"/>
                </a:lnTo>
                <a:lnTo>
                  <a:pt x="2463584" y="1613648"/>
                </a:lnTo>
                <a:lnTo>
                  <a:pt x="0" y="16136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24500" y="5414527"/>
            <a:ext cx="2757996" cy="1564409"/>
          </a:xfrm>
          <a:custGeom>
            <a:avLst/>
            <a:gdLst/>
            <a:ahLst/>
            <a:cxnLst/>
            <a:rect l="l" t="t" r="r" b="b"/>
            <a:pathLst>
              <a:path w="2757996" h="1564409">
                <a:moveTo>
                  <a:pt x="0" y="0"/>
                </a:moveTo>
                <a:lnTo>
                  <a:pt x="2757996" y="0"/>
                </a:lnTo>
                <a:lnTo>
                  <a:pt x="2757996" y="1564410"/>
                </a:lnTo>
                <a:lnTo>
                  <a:pt x="0" y="1564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6000" y="679800"/>
            <a:ext cx="31288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763" y="1608064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26 and 27 gives insight about the supply of Uber drivers from airport and city.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0645" y="3831472"/>
            <a:ext cx="78834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30274" y="3831472"/>
            <a:ext cx="746447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545" y="4423292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28 and 29 gives insight about the demand of Uber driver from airport and city.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66114" y="6990075"/>
            <a:ext cx="77740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0274" y="7026562"/>
            <a:ext cx="78819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1623" y="812795"/>
            <a:ext cx="667426" cy="546455"/>
          </a:xfrm>
          <a:custGeom>
            <a:avLst/>
            <a:gdLst/>
            <a:ahLst/>
            <a:cxnLst/>
            <a:rect l="l" t="t" r="r" b="b"/>
            <a:pathLst>
              <a:path w="667426" h="546455">
                <a:moveTo>
                  <a:pt x="0" y="0"/>
                </a:moveTo>
                <a:lnTo>
                  <a:pt x="667426" y="0"/>
                </a:lnTo>
                <a:lnTo>
                  <a:pt x="667426" y="546455"/>
                </a:lnTo>
                <a:lnTo>
                  <a:pt x="0" y="54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89297" y="2629528"/>
            <a:ext cx="4531038" cy="1207447"/>
          </a:xfrm>
          <a:custGeom>
            <a:avLst/>
            <a:gdLst/>
            <a:ahLst/>
            <a:cxnLst/>
            <a:rect l="l" t="t" r="r" b="b"/>
            <a:pathLst>
              <a:path w="4531038" h="1207447">
                <a:moveTo>
                  <a:pt x="0" y="0"/>
                </a:moveTo>
                <a:lnTo>
                  <a:pt x="4531038" y="0"/>
                </a:lnTo>
                <a:lnTo>
                  <a:pt x="4531038" y="1207446"/>
                </a:lnTo>
                <a:lnTo>
                  <a:pt x="0" y="1207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620539" y="2480977"/>
            <a:ext cx="3007664" cy="1355998"/>
          </a:xfrm>
          <a:custGeom>
            <a:avLst/>
            <a:gdLst/>
            <a:ahLst/>
            <a:cxnLst/>
            <a:rect l="l" t="t" r="r" b="b"/>
            <a:pathLst>
              <a:path w="3007664" h="1355998">
                <a:moveTo>
                  <a:pt x="0" y="0"/>
                </a:moveTo>
                <a:lnTo>
                  <a:pt x="3007664" y="0"/>
                </a:lnTo>
                <a:lnTo>
                  <a:pt x="3007664" y="1355997"/>
                </a:lnTo>
                <a:lnTo>
                  <a:pt x="0" y="1355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6115" y="5633602"/>
            <a:ext cx="4817402" cy="1089937"/>
          </a:xfrm>
          <a:custGeom>
            <a:avLst/>
            <a:gdLst/>
            <a:ahLst/>
            <a:cxnLst/>
            <a:rect l="l" t="t" r="r" b="b"/>
            <a:pathLst>
              <a:path w="4817402" h="1089937">
                <a:moveTo>
                  <a:pt x="0" y="0"/>
                </a:moveTo>
                <a:lnTo>
                  <a:pt x="4817402" y="0"/>
                </a:lnTo>
                <a:lnTo>
                  <a:pt x="4817402" y="1089937"/>
                </a:lnTo>
                <a:lnTo>
                  <a:pt x="0" y="10899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119818" y="5220352"/>
            <a:ext cx="2009106" cy="1583648"/>
          </a:xfrm>
          <a:custGeom>
            <a:avLst/>
            <a:gdLst/>
            <a:ahLst/>
            <a:cxnLst/>
            <a:rect l="l" t="t" r="r" b="b"/>
            <a:pathLst>
              <a:path w="2009106" h="1583648">
                <a:moveTo>
                  <a:pt x="0" y="0"/>
                </a:moveTo>
                <a:lnTo>
                  <a:pt x="2009106" y="0"/>
                </a:lnTo>
                <a:lnTo>
                  <a:pt x="2009106" y="1583648"/>
                </a:lnTo>
                <a:lnTo>
                  <a:pt x="0" y="15836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6000" y="679800"/>
            <a:ext cx="31288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763" y="1608064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30 and 31 gives insight about the demand of Uber drivers at airport and city.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48032" y="3831472"/>
            <a:ext cx="813569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20451" y="3831472"/>
            <a:ext cx="766093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545" y="4423292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32 and 33 gives insight about the demand of Uber driver wrt day category.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69426" y="6990075"/>
            <a:ext cx="770781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4627" y="7026562"/>
            <a:ext cx="779487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1623" y="812795"/>
            <a:ext cx="667426" cy="546455"/>
          </a:xfrm>
          <a:custGeom>
            <a:avLst/>
            <a:gdLst/>
            <a:ahLst/>
            <a:cxnLst/>
            <a:rect l="l" t="t" r="r" b="b"/>
            <a:pathLst>
              <a:path w="667426" h="546455">
                <a:moveTo>
                  <a:pt x="0" y="0"/>
                </a:moveTo>
                <a:lnTo>
                  <a:pt x="667426" y="0"/>
                </a:lnTo>
                <a:lnTo>
                  <a:pt x="667426" y="546455"/>
                </a:lnTo>
                <a:lnTo>
                  <a:pt x="0" y="54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29735" y="2440376"/>
            <a:ext cx="2589272" cy="1339624"/>
          </a:xfrm>
          <a:custGeom>
            <a:avLst/>
            <a:gdLst/>
            <a:ahLst/>
            <a:cxnLst/>
            <a:rect l="l" t="t" r="r" b="b"/>
            <a:pathLst>
              <a:path w="2589272" h="1339624">
                <a:moveTo>
                  <a:pt x="0" y="0"/>
                </a:moveTo>
                <a:lnTo>
                  <a:pt x="2589272" y="0"/>
                </a:lnTo>
                <a:lnTo>
                  <a:pt x="2589272" y="1339624"/>
                </a:lnTo>
                <a:lnTo>
                  <a:pt x="0" y="1339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275535" y="5138723"/>
            <a:ext cx="1938149" cy="1889452"/>
          </a:xfrm>
          <a:custGeom>
            <a:avLst/>
            <a:gdLst/>
            <a:ahLst/>
            <a:cxnLst/>
            <a:rect l="l" t="t" r="r" b="b"/>
            <a:pathLst>
              <a:path w="1938149" h="1889452">
                <a:moveTo>
                  <a:pt x="0" y="0"/>
                </a:moveTo>
                <a:lnTo>
                  <a:pt x="1938149" y="0"/>
                </a:lnTo>
                <a:lnTo>
                  <a:pt x="1938149" y="1889452"/>
                </a:lnTo>
                <a:lnTo>
                  <a:pt x="0" y="18894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107815" y="2561957"/>
            <a:ext cx="2694003" cy="1307615"/>
          </a:xfrm>
          <a:custGeom>
            <a:avLst/>
            <a:gdLst/>
            <a:ahLst/>
            <a:cxnLst/>
            <a:rect l="l" t="t" r="r" b="b"/>
            <a:pathLst>
              <a:path w="2694003" h="1307615">
                <a:moveTo>
                  <a:pt x="0" y="0"/>
                </a:moveTo>
                <a:lnTo>
                  <a:pt x="2694002" y="0"/>
                </a:lnTo>
                <a:lnTo>
                  <a:pt x="2694002" y="1307615"/>
                </a:lnTo>
                <a:lnTo>
                  <a:pt x="0" y="1307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03008" y="5468211"/>
            <a:ext cx="3303616" cy="1420555"/>
          </a:xfrm>
          <a:custGeom>
            <a:avLst/>
            <a:gdLst/>
            <a:ahLst/>
            <a:cxnLst/>
            <a:rect l="l" t="t" r="r" b="b"/>
            <a:pathLst>
              <a:path w="3303616" h="1420555">
                <a:moveTo>
                  <a:pt x="0" y="0"/>
                </a:moveTo>
                <a:lnTo>
                  <a:pt x="3303616" y="0"/>
                </a:lnTo>
                <a:lnTo>
                  <a:pt x="3303616" y="1420555"/>
                </a:lnTo>
                <a:lnTo>
                  <a:pt x="0" y="1420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6000" y="679800"/>
            <a:ext cx="31288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763" y="1608064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34 and 35 gives insight about the demand of Uber drivers wrt travelling distances.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1612" y="3831472"/>
            <a:ext cx="78640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12266" y="3831472"/>
            <a:ext cx="78246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545" y="4423292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36 and 37 gives insight about the demand of top 10 Uber drivers at pickup points.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56292" y="6990075"/>
            <a:ext cx="797049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48729" y="7026562"/>
            <a:ext cx="75128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61623" y="812795"/>
            <a:ext cx="667426" cy="546455"/>
          </a:xfrm>
          <a:custGeom>
            <a:avLst/>
            <a:gdLst/>
            <a:ahLst/>
            <a:cxnLst/>
            <a:rect l="l" t="t" r="r" b="b"/>
            <a:pathLst>
              <a:path w="667426" h="546455">
                <a:moveTo>
                  <a:pt x="0" y="0"/>
                </a:moveTo>
                <a:lnTo>
                  <a:pt x="667426" y="0"/>
                </a:lnTo>
                <a:lnTo>
                  <a:pt x="667426" y="546455"/>
                </a:lnTo>
                <a:lnTo>
                  <a:pt x="0" y="546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47184" y="2972541"/>
            <a:ext cx="4130064" cy="521421"/>
          </a:xfrm>
          <a:custGeom>
            <a:avLst/>
            <a:gdLst/>
            <a:ahLst/>
            <a:cxnLst/>
            <a:rect l="l" t="t" r="r" b="b"/>
            <a:pathLst>
              <a:path w="4130064" h="521421">
                <a:moveTo>
                  <a:pt x="0" y="0"/>
                </a:moveTo>
                <a:lnTo>
                  <a:pt x="4130064" y="0"/>
                </a:lnTo>
                <a:lnTo>
                  <a:pt x="4130064" y="521420"/>
                </a:lnTo>
                <a:lnTo>
                  <a:pt x="0" y="521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008727" y="5786002"/>
            <a:ext cx="2606978" cy="812702"/>
          </a:xfrm>
          <a:custGeom>
            <a:avLst/>
            <a:gdLst/>
            <a:ahLst/>
            <a:cxnLst/>
            <a:rect l="l" t="t" r="r" b="b"/>
            <a:pathLst>
              <a:path w="2606978" h="812702">
                <a:moveTo>
                  <a:pt x="0" y="0"/>
                </a:moveTo>
                <a:lnTo>
                  <a:pt x="2606978" y="0"/>
                </a:lnTo>
                <a:lnTo>
                  <a:pt x="2606978" y="812702"/>
                </a:lnTo>
                <a:lnTo>
                  <a:pt x="0" y="8127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6115" y="2784735"/>
            <a:ext cx="4784166" cy="897031"/>
          </a:xfrm>
          <a:custGeom>
            <a:avLst/>
            <a:gdLst/>
            <a:ahLst/>
            <a:cxnLst/>
            <a:rect l="l" t="t" r="r" b="b"/>
            <a:pathLst>
              <a:path w="4784166" h="897031">
                <a:moveTo>
                  <a:pt x="0" y="0"/>
                </a:moveTo>
                <a:lnTo>
                  <a:pt x="4784166" y="0"/>
                </a:lnTo>
                <a:lnTo>
                  <a:pt x="4784166" y="897032"/>
                </a:lnTo>
                <a:lnTo>
                  <a:pt x="0" y="8970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11184" y="5434774"/>
            <a:ext cx="3787897" cy="1515159"/>
          </a:xfrm>
          <a:custGeom>
            <a:avLst/>
            <a:gdLst/>
            <a:ahLst/>
            <a:cxnLst/>
            <a:rect l="l" t="t" r="r" b="b"/>
            <a:pathLst>
              <a:path w="3787897" h="1515159">
                <a:moveTo>
                  <a:pt x="0" y="0"/>
                </a:moveTo>
                <a:lnTo>
                  <a:pt x="3787897" y="0"/>
                </a:lnTo>
                <a:lnTo>
                  <a:pt x="3787897" y="1515159"/>
                </a:lnTo>
                <a:lnTo>
                  <a:pt x="0" y="1515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56000" y="679800"/>
            <a:ext cx="312886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0763" y="1608064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38 and 39 gives insight about the supply and demand of Uber drivers at airport and city.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1724" y="3831472"/>
            <a:ext cx="78618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05011" y="3831472"/>
            <a:ext cx="79697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39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1545" y="4423292"/>
            <a:ext cx="917523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40 and 41 gives insight about the demand of Uber drivers wrt distance travelled.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44534" y="6990075"/>
            <a:ext cx="820564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40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9539" y="7026562"/>
            <a:ext cx="76966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2101602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763" y="1608064"/>
            <a:ext cx="9180000" cy="456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Deploying more drivers at airport can reduce trip cancellation and increase the availability of cars.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 coupons for clients who travel more often and median of travel time.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 incentive for drivers who are working during the peak hours.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 cancellation charges(during peak hours) to reduce the number of cancellations.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Providing incentive for night rides can likely increase number of drivers.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763" y="679800"/>
            <a:ext cx="2787923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763" y="1608064"/>
            <a:ext cx="9180000" cy="410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goal was to understand Uber ride pattern using real time data.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Cleaned and transformed data using Excel.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Performed EDA in Colab.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Found insights using SQL via VS Code.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pivot tables, dashboards in Excel and visualizations in Colab.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Delivered key solutions which will help Uber to increase business.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986</Words>
  <Application>Microsoft Office PowerPoint</Application>
  <PresentationFormat>Custom</PresentationFormat>
  <Paragraphs>135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Canva Sans Bold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Supply Demand Gap</dc:title>
  <cp:lastModifiedBy>deekshapannala@gmail.com</cp:lastModifiedBy>
  <cp:revision>2</cp:revision>
  <dcterms:created xsi:type="dcterms:W3CDTF">2006-08-16T00:00:00Z</dcterms:created>
  <dcterms:modified xsi:type="dcterms:W3CDTF">2026-06-10T12:53:16Z</dcterms:modified>
  <dc:identifier>DAGuhcjuhQc</dc:identifier>
</cp:coreProperties>
</file>